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DBC0B-8467-FB80-393B-CBB92080EE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4D15A6-5F0E-FD5E-F068-540C475E4E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30561-A715-5C37-9315-6014F123C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FFCA5-1259-4BE1-8D26-B7D97BC4AF4E}" type="datetimeFigureOut">
              <a:rPr lang="zh-TW" altLang="en-US" smtClean="0"/>
              <a:t>2025/9/16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34F40-378D-93A3-0979-053339BC4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EBF2C-1143-7EA1-7952-45A3A947D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40B75-D724-4AED-A2C3-2397766E48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9569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29828-0DFA-56D1-B04B-32CF9C3A5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4023D-F4BB-5A65-615F-FD4697965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80CE7-25AB-801C-255A-8125200A2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FFCA5-1259-4BE1-8D26-B7D97BC4AF4E}" type="datetimeFigureOut">
              <a:rPr lang="zh-TW" altLang="en-US" smtClean="0"/>
              <a:t>2025/9/16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5A032-3C31-BEA3-6235-4B59FFB78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74E14-370D-AB8A-214F-3965EA21F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40B75-D724-4AED-A2C3-2397766E48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8044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848AE-9747-AB0D-C571-53735A775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B636B-0C8A-11F9-753F-1A8B1A663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3C588-CE08-8975-C40F-EA341AA5B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FFCA5-1259-4BE1-8D26-B7D97BC4AF4E}" type="datetimeFigureOut">
              <a:rPr lang="zh-TW" altLang="en-US" smtClean="0"/>
              <a:t>2025/9/16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EBDBC-F67E-896C-938B-5461CC51C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85F5F-5BD8-94D5-DA6B-467F57059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40B75-D724-4AED-A2C3-2397766E48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9322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1F414-B2FF-BDBD-F91E-F8D34FC1E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60905-7B73-97DF-0DD0-D415C0C307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79C7F3-AC90-1DC6-0C35-F2EF5251C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99A86-7F60-8419-FE91-53199094D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FFCA5-1259-4BE1-8D26-B7D97BC4AF4E}" type="datetimeFigureOut">
              <a:rPr lang="zh-TW" altLang="en-US" smtClean="0"/>
              <a:t>2025/9/16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682E52-9460-F651-DEB9-86A2F4E58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7280B-14F0-35A9-488E-5C643DD2A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40B75-D724-4AED-A2C3-2397766E48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0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9A1D3-DC93-8BE3-D08A-B7ED1A36C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A8746-39A8-3625-22D8-DFF925DCC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75BBBC-AB63-BD40-3953-94F0ACD0D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B09B55-0867-098D-C441-EAB649EDE3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0E26C-CBF1-4657-A503-AE0D615B0B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E6A8DB-6290-D281-5E67-1267CA294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FFCA5-1259-4BE1-8D26-B7D97BC4AF4E}" type="datetimeFigureOut">
              <a:rPr lang="zh-TW" altLang="en-US" smtClean="0"/>
              <a:t>2025/9/16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CBC132-634C-CBA2-35F6-C1FCAED2C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C98348-852A-F283-D16D-6CA46EE13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40B75-D724-4AED-A2C3-2397766E48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3660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8460D-3CA8-7603-1BCC-824F1AF20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C87EE5-3CD7-F3CA-7B25-A773FD930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FFCA5-1259-4BE1-8D26-B7D97BC4AF4E}" type="datetimeFigureOut">
              <a:rPr lang="zh-TW" altLang="en-US" smtClean="0"/>
              <a:t>2025/9/16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55732C-C8F9-B8FC-D0D1-77D4F573B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39DCF8-AF4F-F089-943F-B35341776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40B75-D724-4AED-A2C3-2397766E48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3910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A79EB-6098-E850-4D14-1A5D80F71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FFCA5-1259-4BE1-8D26-B7D97BC4AF4E}" type="datetimeFigureOut">
              <a:rPr lang="zh-TW" altLang="en-US" smtClean="0"/>
              <a:t>2025/9/16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49CFB6-A06B-A3F8-F420-1E1058D6E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3D975-FAA7-EDB6-1578-E8035E0D0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40B75-D724-4AED-A2C3-2397766E48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258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2140E-69A6-F014-25DA-977DA3BB6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57FDC-A1FF-5DE6-5A57-20D3E0CEB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067A33-B49C-30AB-B4B2-F704C816E3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A4EB1-065F-C4A1-97CA-011674D33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FFCA5-1259-4BE1-8D26-B7D97BC4AF4E}" type="datetimeFigureOut">
              <a:rPr lang="zh-TW" altLang="en-US" smtClean="0"/>
              <a:t>2025/9/16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9B1AC-EA0A-DC82-38F4-7FCD09FB3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FCC529-35E8-8B63-5D46-49FD321A5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40B75-D724-4AED-A2C3-2397766E48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4098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798C2-49F7-86A1-9F6C-92263D3C0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6F6B99-83C6-EE74-C1B7-84F1315703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7E2305-9528-679D-E9A5-F8AD514405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E426CC-1B01-72B2-0C6E-47442B161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FFCA5-1259-4BE1-8D26-B7D97BC4AF4E}" type="datetimeFigureOut">
              <a:rPr lang="zh-TW" altLang="en-US" smtClean="0"/>
              <a:t>2025/9/16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C4DDDC-CA4D-DAC2-AA71-9EE818A1B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3FE3BC-8C34-27AE-4576-E39FD06B1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40B75-D724-4AED-A2C3-2397766E48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74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6DCA1-1A91-9CB6-E5AB-5A829D032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5F9960-0EB9-F39A-A987-0AE5EE2B7B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88633-0976-021B-4207-2CD451375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FFCA5-1259-4BE1-8D26-B7D97BC4AF4E}" type="datetimeFigureOut">
              <a:rPr lang="zh-TW" altLang="en-US" smtClean="0"/>
              <a:t>2025/9/16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ECF9-8BC9-72EB-2F5D-95CC15408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56C8A-9676-9E7A-1454-AF73061B3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40B75-D724-4AED-A2C3-2397766E48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3734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206E1E-A7AE-685D-72AD-7771A3A079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E8C9D-5E3A-BE81-18C0-8505FEEDC9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97A28-C784-8E9F-4C83-752F44D80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FFCA5-1259-4BE1-8D26-B7D97BC4AF4E}" type="datetimeFigureOut">
              <a:rPr lang="zh-TW" altLang="en-US" smtClean="0"/>
              <a:t>2025/9/16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F7D4A-2CBB-1B16-0DD1-55B30C784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343AD-6D9F-EA42-9DD4-B61EEF895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40B75-D724-4AED-A2C3-2397766E48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0965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B8A977-CB41-08A9-644F-D07800EC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B85B1-9E60-51F6-3D5E-C249DCE48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533A9-98BB-C1AF-66D7-BD3FAA32B6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1FFCA5-1259-4BE1-8D26-B7D97BC4AF4E}" type="datetimeFigureOut">
              <a:rPr lang="zh-TW" altLang="en-US" smtClean="0"/>
              <a:t>2025/9/16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04BA3-DA25-9B37-66D4-CB36A020C2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611F2-1E95-AEC4-A5C6-C043C8C58C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540B75-D724-4AED-A2C3-2397766E48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1958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F8388-E137-73D5-3A92-855B538AA0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altLang="zh-TW" dirty="0"/>
              <a:t>pairwise comparison</a:t>
            </a:r>
            <a:endParaRPr lang="zh-TW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8711CC-3688-A813-28B3-E24FC94F68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determine their relative importance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0266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830D-7EE0-ED19-12F8-AC6B84883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ELO</a:t>
            </a:r>
            <a:endParaRPr lang="zh-TW" altLang="en-US" dirty="0"/>
          </a:p>
        </p:txBody>
      </p:sp>
      <p:pic>
        <p:nvPicPr>
          <p:cNvPr id="5" name="Content Placeholder 4" descr="A math equations with numbers&#10;&#10;AI-generated content may be incorrect.">
            <a:extLst>
              <a:ext uri="{FF2B5EF4-FFF2-40B4-BE49-F238E27FC236}">
                <a16:creationId xmlns:a16="http://schemas.microsoft.com/office/drawing/2014/main" id="{6F160C26-DD64-2164-8FE6-D3575254B8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3800475" cy="2057400"/>
          </a:xfrm>
        </p:spPr>
      </p:pic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D779686F-6938-CF1E-FAEB-C7D2B111C7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319587"/>
            <a:ext cx="4095750" cy="8477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109115-8AA4-496D-4B44-813E5A7010FB}"/>
              </a:ext>
            </a:extLst>
          </p:cNvPr>
          <p:cNvSpPr txBox="1"/>
          <p:nvPr/>
        </p:nvSpPr>
        <p:spPr>
          <a:xfrm>
            <a:off x="5552388" y="2064470"/>
            <a:ext cx="49584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E_a</a:t>
            </a:r>
            <a:r>
              <a:rPr lang="en-US" altLang="zh-CN" dirty="0"/>
              <a:t> prob of a win</a:t>
            </a:r>
          </a:p>
          <a:p>
            <a:r>
              <a:rPr lang="en-US" altLang="zh-CN" dirty="0" err="1"/>
              <a:t>R_a</a:t>
            </a:r>
            <a:r>
              <a:rPr lang="en-US" altLang="zh-CN" dirty="0"/>
              <a:t> current score of a</a:t>
            </a:r>
            <a:br>
              <a:rPr lang="en-US" altLang="zh-CN" dirty="0"/>
            </a:br>
            <a:r>
              <a:rPr lang="en-US" altLang="zh-CN" dirty="0" err="1"/>
              <a:t>R’_a</a:t>
            </a:r>
            <a:r>
              <a:rPr lang="en-US" altLang="zh-CN" dirty="0"/>
              <a:t> score after the match</a:t>
            </a:r>
          </a:p>
          <a:p>
            <a:r>
              <a:rPr lang="en-US" altLang="zh-CN" b="1" dirty="0"/>
              <a:t>K-factor</a:t>
            </a:r>
            <a:r>
              <a:rPr lang="en-US" altLang="zh-CN" dirty="0"/>
              <a:t> one of the factor that determine how </a:t>
            </a:r>
            <a:r>
              <a:rPr lang="en-GB" altLang="zh-TW" dirty="0"/>
              <a:t>violently the score change, usually high if the player have high </a:t>
            </a:r>
            <a:r>
              <a:rPr lang="en-GB" altLang="zh-TW" b="1" dirty="0"/>
              <a:t>uncertainty</a:t>
            </a:r>
            <a:r>
              <a:rPr lang="en-GB" altLang="zh-TW" dirty="0"/>
              <a:t> (new players, old player who didn’t  play for a while)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64452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3F31F-B608-48D2-AC9D-9186B146B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dirty="0"/>
              <a:t>Bradley-Terry </a:t>
            </a:r>
            <a:r>
              <a:rPr lang="en-US" altLang="zh-CN" dirty="0"/>
              <a:t>model</a:t>
            </a:r>
            <a:endParaRPr lang="zh-TW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12BD7-52A9-80CA-F06B-AFD08577B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Calculate hidden </a:t>
            </a:r>
            <a:r>
              <a:rPr lang="zh-CN" altLang="en-US" dirty="0"/>
              <a:t>“</a:t>
            </a:r>
            <a:r>
              <a:rPr lang="en-US" altLang="zh-CN" dirty="0"/>
              <a:t>power value</a:t>
            </a:r>
            <a:r>
              <a:rPr lang="zh-CN" altLang="en-US" dirty="0"/>
              <a:t>” </a:t>
            </a:r>
            <a:r>
              <a:rPr lang="en-US" altLang="zh-CN" dirty="0" err="1"/>
              <a:t>p_i</a:t>
            </a:r>
            <a:r>
              <a:rPr lang="zh-CN" altLang="en-US" dirty="0"/>
              <a:t>， </a:t>
            </a:r>
            <a:r>
              <a:rPr lang="en-US" altLang="zh-CN" dirty="0"/>
              <a:t>using the existing comparison result and Maximum Likelihood estimation method</a:t>
            </a:r>
          </a:p>
          <a:p>
            <a:endParaRPr lang="zh-TW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E0B21E-ABE0-6061-463F-A0E3B6F0A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853" y="3019425"/>
            <a:ext cx="3991197" cy="8667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36CC3D-E057-BD5E-E95E-5B4317613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676" y="4001294"/>
            <a:ext cx="3070438" cy="6402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4ADEF3-C36C-9DEE-7E37-BFDBAF2674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3676" y="4756668"/>
            <a:ext cx="2142932" cy="56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088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BB875-CCAD-BFCC-52C9-2A9B1C8AE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dirty="0"/>
              <a:t>Rank Centrality</a:t>
            </a:r>
            <a:endParaRPr lang="zh-TW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D22CD-518E-8367-9A82-E167A78C9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en-US" altLang="zh-TW" dirty="0"/>
              <a:t>ssigns global scores to items from pair-wise comparison data</a:t>
            </a:r>
          </a:p>
          <a:p>
            <a:r>
              <a:rPr lang="en-US" altLang="zh-CN" dirty="0"/>
              <a:t>Using </a:t>
            </a:r>
            <a:r>
              <a:rPr lang="en-US" altLang="zh-TW" dirty="0"/>
              <a:t>random walk on a comparison data, where an item‘s final score is its stationary probability</a:t>
            </a:r>
          </a:p>
          <a:p>
            <a:r>
              <a:rPr lang="en-US" altLang="zh-TW" dirty="0"/>
              <a:t>In short :using the win rate of the option to distribute a fix total score multiple times until the result </a:t>
            </a:r>
            <a:r>
              <a:rPr lang="en-GB" altLang="zh-TW" dirty="0"/>
              <a:t>converged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48759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833D4-F84F-B90F-1C93-67693E64A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BWS</a:t>
            </a:r>
            <a:endParaRPr lang="zh-TW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4132D-0A48-A7AA-4B06-11F3B4F50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zh-TW" dirty="0"/>
              <a:t>Participant compare between </a:t>
            </a:r>
            <a:r>
              <a:rPr lang="en-GB" altLang="zh-TW" b="1" dirty="0"/>
              <a:t>3 or more options </a:t>
            </a:r>
            <a:r>
              <a:rPr lang="en-GB" altLang="zh-TW" dirty="0"/>
              <a:t>and chose the best and the worse from it and do severe groups of comparison</a:t>
            </a:r>
          </a:p>
          <a:p>
            <a:r>
              <a:rPr lang="en-US" altLang="zh-TW" dirty="0"/>
              <a:t>Calculate how many times each option was voted as best and as worst</a:t>
            </a:r>
          </a:p>
          <a:p>
            <a:r>
              <a:rPr lang="en-US" altLang="zh-TW" dirty="0"/>
              <a:t>Subtract the number of worst votes from the number of best votes for each option</a:t>
            </a:r>
            <a:r>
              <a:rPr lang="zh-CN" altLang="en-US" dirty="0"/>
              <a:t>，</a:t>
            </a:r>
            <a:r>
              <a:rPr lang="en-US" altLang="zh-TW" dirty="0"/>
              <a:t> and then rank the options by that result </a:t>
            </a:r>
          </a:p>
          <a:p>
            <a:endParaRPr lang="en-US" altLang="zh-TW" dirty="0"/>
          </a:p>
          <a:p>
            <a:r>
              <a:rPr lang="en-US" altLang="zh-TW" dirty="0"/>
              <a:t>**</a:t>
            </a:r>
            <a:r>
              <a:rPr lang="en-GB" altLang="zh-TW" dirty="0"/>
              <a:t>Thurstone – only compare 2 options, rank by win rate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96725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209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pairwise comparison</vt:lpstr>
      <vt:lpstr>ELO</vt:lpstr>
      <vt:lpstr>Bradley-Terry model</vt:lpstr>
      <vt:lpstr>Rank Centrality</vt:lpstr>
      <vt:lpstr>BWS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Pei Siang Goh</dc:creator>
  <cp:lastModifiedBy>Pei Siang Goh</cp:lastModifiedBy>
  <cp:revision>3</cp:revision>
  <dcterms:created xsi:type="dcterms:W3CDTF">2025-09-14T10:58:45Z</dcterms:created>
  <dcterms:modified xsi:type="dcterms:W3CDTF">2025-09-16T03:34:57Z</dcterms:modified>
</cp:coreProperties>
</file>